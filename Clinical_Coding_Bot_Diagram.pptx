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96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456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Coding Bot —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clinical note becomes suggested ICD-10 / OPCS-4 / HCC codes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1600200" cy="1828800"/>
          </a:xfrm>
          <a:prstGeom prst="rect">
            <a:avLst/>
          </a:prstGeom>
          <a:solidFill>
            <a:srgbClr val="0B3D6E"/>
          </a:solidFill>
          <a:ln w="9525">
            <a:solidFill>
              <a:srgbClr val="00C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47472" y="1463040"/>
            <a:ext cx="1600200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93192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73836" y="1847088"/>
            <a:ext cx="347472" cy="347472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73836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" y="285292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letter, etc.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2363724"/>
            <a:ext cx="256032" cy="0"/>
          </a:xfrm>
          <a:prstGeom prst="line">
            <a:avLst/>
          </a:prstGeom>
          <a:noFill/>
          <a:ln w="31750">
            <a:solidFill>
              <a:srgbClr val="00C4C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295144" y="1463040"/>
            <a:ext cx="1600200" cy="1828800"/>
          </a:xfrm>
          <a:prstGeom prst="rect">
            <a:avLst/>
          </a:prstGeom>
          <a:solidFill>
            <a:srgbClr val="0D5B9E"/>
          </a:solidFill>
          <a:ln w="9525">
            <a:solidFill>
              <a:srgbClr val="00C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295144" y="1463040"/>
            <a:ext cx="16002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340864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921508" y="184708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921508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40864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68296" y="285292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41064" y="2363724"/>
            <a:ext cx="256032" cy="0"/>
          </a:xfrm>
          <a:prstGeom prst="line">
            <a:avLst/>
          </a:prstGeom>
          <a:noFill/>
          <a:ln w="31750">
            <a:solidFill>
              <a:srgbClr val="00C4C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242816" y="1463040"/>
            <a:ext cx="1600200" cy="1828800"/>
          </a:xfrm>
          <a:prstGeom prst="rect">
            <a:avLst/>
          </a:prstGeom>
          <a:solidFill>
            <a:srgbClr val="028090"/>
          </a:solidFill>
          <a:ln w="9525">
            <a:solidFill>
              <a:srgbClr val="00C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242816" y="1463040"/>
            <a:ext cx="1600200" cy="73152"/>
          </a:xfrm>
          <a:prstGeom prst="rect">
            <a:avLst/>
          </a:prstGeom>
          <a:solidFill>
            <a:srgbClr val="00A4BD"/>
          </a:solidFill>
          <a:ln w="127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288536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69180" y="1847088"/>
            <a:ext cx="347472" cy="347472"/>
          </a:xfrm>
          <a:prstGeom prst="ellipse">
            <a:avLst/>
          </a:prstGeom>
          <a:solidFill>
            <a:srgbClr val="00A4BD"/>
          </a:solidFill>
          <a:ln w="127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6918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88536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15968" y="285292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3-large (Azure)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88736" y="2363724"/>
            <a:ext cx="256032" cy="0"/>
          </a:xfrm>
          <a:prstGeom prst="line">
            <a:avLst/>
          </a:prstGeom>
          <a:noFill/>
          <a:ln w="31750">
            <a:solidFill>
              <a:srgbClr val="00C4C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190488" y="1463040"/>
            <a:ext cx="1600200" cy="1828800"/>
          </a:xfrm>
          <a:prstGeom prst="rect">
            <a:avLst/>
          </a:prstGeom>
          <a:solidFill>
            <a:srgbClr val="025F6D"/>
          </a:solidFill>
          <a:ln w="9525">
            <a:solidFill>
              <a:srgbClr val="00C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190488" y="1463040"/>
            <a:ext cx="1600200" cy="73152"/>
          </a:xfrm>
          <a:prstGeom prst="rect">
            <a:avLst/>
          </a:prstGeom>
          <a:solidFill>
            <a:srgbClr val="00A4BD"/>
          </a:solidFill>
          <a:ln w="127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236208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SEARCH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6852" y="1847088"/>
            <a:ext cx="347472" cy="347472"/>
          </a:xfrm>
          <a:prstGeom prst="ellipse">
            <a:avLst/>
          </a:prstGeom>
          <a:solidFill>
            <a:srgbClr val="00A4BD"/>
          </a:solidFill>
          <a:ln w="127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816852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285292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candidates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36408" y="2363724"/>
            <a:ext cx="256032" cy="0"/>
          </a:xfrm>
          <a:prstGeom prst="line">
            <a:avLst/>
          </a:prstGeom>
          <a:noFill/>
          <a:ln w="31750">
            <a:solidFill>
              <a:srgbClr val="00C4C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138160" y="1463040"/>
            <a:ext cx="1600200" cy="1828800"/>
          </a:xfrm>
          <a:prstGeom prst="rect">
            <a:avLst/>
          </a:prstGeom>
          <a:solidFill>
            <a:srgbClr val="1A237E"/>
          </a:solidFill>
          <a:ln w="9525">
            <a:solidFill>
              <a:srgbClr val="00C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8138160" y="1463040"/>
            <a:ext cx="16002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183880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764524" y="184708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8764524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183880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11312" y="285292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codes,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justification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84080" y="2363724"/>
            <a:ext cx="256032" cy="0"/>
          </a:xfrm>
          <a:prstGeom prst="line">
            <a:avLst/>
          </a:prstGeom>
          <a:noFill/>
          <a:ln w="31750">
            <a:solidFill>
              <a:srgbClr val="00C4C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10085832" y="1463040"/>
            <a:ext cx="1600200" cy="1828800"/>
          </a:xfrm>
          <a:prstGeom prst="rect">
            <a:avLst/>
          </a:prstGeom>
          <a:solidFill>
            <a:srgbClr val="1B7F4A"/>
          </a:solidFill>
          <a:ln w="9525">
            <a:solidFill>
              <a:srgbClr val="00C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10085832" y="1463040"/>
            <a:ext cx="16002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10131552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712196" y="1847088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10712196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131552" y="22677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158984" y="285292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· OPCS-4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 · Confidence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01852" y="3474720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347472" y="3602736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pastes note into the web interface and selects code systems (ICD-10, OPCS-4, HCC)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049524" y="3474720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2295144" y="3602736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receives the note and orchestrates the RAG pipeline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997196" y="3474720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4242816" y="3602736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is vectorised into a 3,072-dimension embedding using Azure OpenAI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44868" y="3474720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190488" y="3602736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is compared to 71,000 indexed codes — top 20 by cosine similarity returned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892540" y="3474720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8138160" y="3602736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selects the best codes and writes a clinical justification for each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840212" y="3474720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10085832" y="3602736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displayed with High / Medium / Low confidence and any review flags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365760" y="6556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(GPT-4.1 + text-embedding-3-large)  ·  Azure AI Search (HNSW vector index)  ·  FastAPI  ·  ngrok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Coding Bot - Architecture</dc:title>
  <dc:subject>PptxGenJS Presentation</dc:subject>
  <dc:creator>PptxGenJS</dc:creator>
  <cp:lastModifiedBy>Robert Noble</cp:lastModifiedBy>
  <cp:revision>1</cp:revision>
  <dcterms:created xsi:type="dcterms:W3CDTF">2026-06-02T06:01:55Z</dcterms:created>
  <dcterms:modified xsi:type="dcterms:W3CDTF">2026-06-02T06:02:51Z</dcterms:modified>
</cp:coreProperties>
</file>